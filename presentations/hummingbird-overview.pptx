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really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 it earns trust. 'Zero CVE' is the marketing; 'near-zero CVE' is the engineering reality, and the difference is just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nuance worth carrying over: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each building on the one below, applied to every image by default. None of the layers is individually novel; the value is applying all four, everywhere, as a release gate. Bottom to top: Source (provenance and CVE tracking), Packages (hardened compiler flags), Images (distroless, non-root, reproducible), and Benchmarks (CIS/STIG/OpenSCAP). The next slide unpacks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every component is tracked to upstream with continuous remediation, and dependencies come from Red Hat's SLSA 3 build pipeline (Konflux) with signed provenance. The point is a signed attestation, not a claim. Packages: the full RHEL hardening flag set, and crucially they verify the flags are actually present in the binaries with annobin/annocheck — plus weak dependencies are disabled so nothing sneaks in. Images: the distroless, non-root, reproducible, signed assembly. Benchmarks: Red Hat states compliance-related configuration is verifiable via OpenSCAP (which scans against profiles such as CIS and STIG) as part of the release gate. The compounding effect across all four is what makes 'near-zero CVE' defensible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on the merits.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topic,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has a runnable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pins the environment: Podman and Skopeo for images, Syft for SBOMs, Grype for scanning, Cosign for signatures — all sharing one registry-auth file. It also establishes the registry shortcuts used here: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topic: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no shell, you don't get into the container — you put a second container beside it. A throwaway UBI toolbox shares the target's PID and network namespaces, so its ps sees the target's processes and its localhost is the target's localhost. The production container never changes, and the toolbox vanishes when you're done. For strace or gdb you add the SYS_PTRACE capability and, on SELinux-enforcing Fedora, relax the label for the debug container only.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things can hang off an image manifest, all addressed by digest: a signature ('I vouch for these bytes'), an SBOM attestation (a signed bill of materials), and a SLSA provenance attestation (how it was built). Hummingbird images ship Red-Hat-signed versions of these on the signed registry path, verifiable with Cosign and one published key. In the demo we generate an SBOM with Syft, verify Red Hat's signature and SBOM, and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claim becomes a number you can reproduce. Grype turns the small package list into a CVE count. Two caveats up front: a match is a reported CVE against a present package version, not proof it's reachable; and the database updates daily, so comparisons are only fair against the same DB. The side-by-side — hardened versus general-purpose — is the payoff, and scanning your own derived image reframes the job: the base is clean, so all that's left is keeping your direct dependencies patched. --fail-on high is the CI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cover why re-pulls are cheap. zstd:chunked is the modern OCI layer format that makes a layer seekable: the client can fetch just the chunks that changed instead of the whole layer. Combined with Hummingbird's frequent clean rebuilds, this keeps the bandwidth cost of staying current low — which matters when 'rebuild, don't patch' means images change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chunkah is the complementary idea: instead of layering by Containerfile line, group files into layers by the package they belong to. When one package updates, only its layer's digest changes, so everything else stays cached and clients re-pull far less. This is why podman history on a Hummingbird image shows a content-based split rather than a build-step split — and it's a neat thing to point at live in the first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application also runs dependencies from PyPI, which is a passthrough that re-signs nothing — a supply-chain gap. Trusted Libraries closes it: a pip-compatible index of Python packages rebuilt from source in Red Hat's Konflux pipeline, carrying SLSA Level 3 provenance and signatures (via Red Hat Trusted Artifact Signer) you can verify before install, from packages.redhat.com/trusted-libraries. Be clear about the current status: it's been Tech Preview since February 2026 and is Python-only, with npm and Java on the roadmap, and it's now part of Red Hat Advanced Developer Suite. The upstream community equivalent is Calunga. The demo verifies image provenance as a rock-solid anchor, then shows the Trusted Libraries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topic is the most practical part, and the closing demo trips each wire on purpose. The framing to land: none of these are defects — they're implicit assumptions from the wider ecosystem becoming visible against a minimal runtime. RUN needs a shell, so do shell work in the builder. Tools want HOME; set it. The bare 'python' alias is gone; use python3. Hummingbird's Postgres uses upstream env names. localhost resolves to IPv6 first, so test against 127.0.0.1. And when your COPYed-library list gets long, that's the signal to use UBI — Hummingbird isn't a moral position, it's a tool for the right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 it closes the hardest vectors by construction —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with the generic picture first — this is the standard container supply-chain threat model, terminology-neutral, before any Hummingbird framing. A container image is assembled from a chain of inputs — source, the build file, a base image, packages — then built, stored, and deployed, and every hand-off is a place to interfere: tamper with source or the Containerfile, a vulnerable base or dependency, build-time tampering or a compromised build host, a swapped image in the registry, an intercepted pull, or a malicious deployment definition. Hold this picture; the next slide overlays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reframed for our stack: Buildah/Konflux instead of Docker, the signed registry.access.redhat.com/hi path, OpenShift at deploy. Top row: the classic vectors. Bottom row: the Hummingbird answer. The story to tell — a hardened base turns the three hardest vectors (vulnerable base, vulnerable dependencies, build tampering) from 'trust us' into signed evidence you verify yourself, and the minimalism means there's simply less inside to be vulnerable. Be clear about the left edge: tampered source and a tampered Containerfile are the operator's job — branch protection, signed commits, pin the base by digest. Hummingbird gives you a trustworthy FROM; it can't stop an insecure Containerfile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 defense in depth. The hardened image shrinks the cluster of vectors aimed at the image and the app: a swapped image fails cosign verify; distroless removes the foot-guns (no shell, no package manager, non-root UID 65532); fewer packages mean fewer exploitable paths and very little for an intruder to use if they do land inside. What it does NOT fix sits outside the container — misconfigured host, insecure networking, container escape — and those are platform hardening: rootless Podman, SELinux, seccomp, OpenShift SCCs, network policy. The hardened image is one strong layer, not the whole onion.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to land, and a good place to end an admin talk. Hummingbird owns the image — vulnerable base, vulnerable dependencies, build integrity, image authenticity — the part that's genuinely hard to do yourself and that you get for free. You own the edges — source and Containerfile integrity, platform hardening, and the admission gate that enforces verification for every deploy. The practical close: verify on pull with podman + cosign, and enforce it cluster-wide with an OpenShift admission policy so no one can route around the check —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the workflow, runnable examples, and the demos — lives in the project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r01.5</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accurate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workflow.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the supply chain gets attacked</a:t>
            </a:r>
            <a:endParaRPr lang="en-US" sz="3000" dirty="0"/>
          </a:p>
        </p:txBody>
      </p:sp>
      <p:pic>
        <p:nvPicPr>
          <p:cNvPr id="6" name="Image 1" descr="./png/18-supply-chain-security-the-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container supply chain, and where it gets attacked.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ANSWER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chain, with the Hummingbird answer</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Attack vectors and the Hummingbird answer at each stage, on Podman/Konflux/OpenShift.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The layered runtime attack surface; the hardened image shrinks the image-and-app cluster, not the platform.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 and what's still yours</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Docs &amp; demos: github.com/patterncatalyst/hummingbird-tutorial · patterncatalyst.github.io/hummingbird-tutorial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2026-06-07T17:17:04Z</dcterms:created>
  <dcterms:modified xsi:type="dcterms:W3CDTF">2026-06-07T17:17:04Z</dcterms:modified>
</cp:coreProperties>
</file>